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47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29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292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826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506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8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12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630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93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79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8939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760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710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434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833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63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3D483-5396-4907-8469-D296C542F400}" type="datetimeFigureOut">
              <a:rPr lang="ru-RU" smtClean="0"/>
              <a:t>04.11.2025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DE3629-B74C-4B5A-897D-91D29F7BF9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57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39770C-B5E5-C897-ED52-0B661103BF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Презентация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B844FD-69A2-0FB6-2F49-BB3D3E93BA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51540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21E7CC-49C0-D6F9-CC72-4B999754D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Второй слайд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C50E98-CA5B-FE2D-22F8-0D2F29695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27066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8028C-722C-9ACA-A133-8256A9F3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Третий слайд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E739A-7846-A1ED-FC4E-E45960D3E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95416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8</Words>
  <Application>Microsoft Office PowerPoint</Application>
  <PresentationFormat>Широкоэкранный</PresentationFormat>
  <Paragraphs>5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Аспект</vt:lpstr>
      <vt:lpstr>Презентация</vt:lpstr>
      <vt:lpstr>Второй слайд</vt:lpstr>
      <vt:lpstr>Третий слайд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 user</dc:creator>
  <cp:lastModifiedBy>default user</cp:lastModifiedBy>
  <cp:revision>1</cp:revision>
  <dcterms:created xsi:type="dcterms:W3CDTF">2025-11-04T15:34:53Z</dcterms:created>
  <dcterms:modified xsi:type="dcterms:W3CDTF">2025-11-04T15:35:37Z</dcterms:modified>
</cp:coreProperties>
</file>